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Semaines 1 à 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au 30/09/2026 – Semaines 1 à 5 (05/10 → 08/11/2026), antériorités en Semaine 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 à payer de Semaines 1 à 5, dont 5 115,2 M dès Semaine 1 ; 1 925,7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Semaine 1 : virements et reste à financer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de la Semaine 1 : virements entre comptes et reste à financer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Semaines 1 à 5 (05/10 → 08/11/2026), antériorités reportées en Semaine 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Semaines 1 à 5 (10,6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5 115,2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Semaine 1, antériorités incluses (73 % du besoin)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6 750,5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-720,3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fin Semaine 5 des sociétés ; comptes dédiés +745,6 M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1 05/10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2 12/10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3 19/10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4 26/10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5 02/11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Semaines 1 à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Semaine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1 806,7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5 115,2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6 974,1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4 902,2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1 925,7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 gridSpan="9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(–) ou surplus (+) de trésorerie – soldes théoriques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-528,1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-439,9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+133,7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+124,3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+2 178,2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+2 426,7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262372"/>
            <a:ext cx="1124712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5 227,7 M. RIVIERA en déficit de 601,4 M dès Semaine 2 ; TERASSON en déficit de 501,3 M dès Semaine 1.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FIRST 175,3 M, RIVIERA 87,3 M, IMMONEUF 66,0 M, RHD CI 50,0 M ; excédents PICI 100,0 M, INFI SOFT 2,8 M.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: paiements exécutés 704,7 M (TGCC, HORECAF), dont 704,7 M imputés sur le besoin. 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Semaine 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Semaines 1 à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Semaine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145,7 · impôts 17,1 · cotisations 3,6 · salaires 11,6 · encaissements −119,4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 836,7 · Travaux 686,7 · Honoraires 232,3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Semaine 5 = trésorerie au 30/09 + flux prévus de Semaines 1 à 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Équilibrage Semaine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5 100,4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Semaine 1 (sociétés et projets)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6 674,2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934,7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Semaine 1 après virements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Semaine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-1 806,7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6 674,2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-5 100,4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1 573,8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934,7 M, dont TERASSON – BNI fonds projet 324,8, TERASSON – SG 206,4, SCI FIRST – STB 180,2.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d'équilibrage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Trésorerie &amp; Financement – Groupe Duval Afrique</dc:creator>
  <cp:lastModifiedBy>Trésorerie &amp; Financement – Groupe Duval Afrique</cp:lastModifiedBy>
  <cp:revision>1</cp:revision>
  <dcterms:created xsi:type="dcterms:W3CDTF">2026-10-08T08:14:40Z</dcterms:created>
  <dcterms:modified xsi:type="dcterms:W3CDTF">2026-10-08T08:14:40Z</dcterms:modified>
</cp:coreProperties>
</file>