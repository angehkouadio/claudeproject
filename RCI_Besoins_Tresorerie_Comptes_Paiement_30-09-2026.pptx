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 à payer de S1 à S5, dont 5 696,7 M dès S1 ; 2 601,5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 et salaires des sociétés ; cash plans des projets ; service de la dette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sociétés, comptes « Dédié paiement CPI » des projets, service de la dette</a:t>
            </a:r>
            <a:endParaRPr lang="en-US" sz="10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(11,8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5 696,7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74 %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7 946,1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921,2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2 601,5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: 2 projet(s) et 8 société(s)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1 162,2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1 329,0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 FIRST (service de la dette)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5 696,7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1 784,3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7 709,5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5 253,0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2 601,5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concentre 74 % du besoin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échues et arriérés d'impôts et de cotisations de l'audit, semaine en cours, cash plans non réglés jusqu'au mois de la situation, échéance de la dette.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5 932,3 M. RIVIERA en déficit de 601,4 M dès S2 ; TERASSON en déficit de 1 205,9 M dès S1.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SCO AO 176,0 M, RIVIERA 87,3 M, IMMONEUF 66,0 M, RHD CI 50,0 M ; excédents FIRST 143,3 M, PICI 100,0 M, INFI SOFT 2,8 M.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mobilisables : STANBIC-FIRST_LL 42,5, STANBIC-FIRST_Disbursement 26,3, BNI-RIVIERA(DSRA) / Placement 776,1,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+143,3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131,2 · impôts 21,7 · cotisations 16,6 · salaires 24,3 · autres 15,0 · encaissements −3,6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1 388,7 · Autres dépenses 836,7 · Honoraires 235,0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– dette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Échéances 448,1 · loyers +129,6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 _ 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30352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30352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5138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passent par le compte de service de la dette.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2 601,5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2 601,5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794,2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(8), tiré par tranche : 690,0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246,0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FIRST 143,3 M, PICI 100,0 M, INFI SOFT 2,8 M. Ils couvriraient 31 %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1 807,3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98 %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590288"/>
            <a:ext cx="5760720" cy="1719072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681728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(794,2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(3,6 M), dont CLIENT.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les loyers de octobre 2026 (129,6 M) au service de la dette.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2026-10-05T08:42:25Z</dcterms:created>
  <dcterms:modified xsi:type="dcterms:W3CDTF">2026-10-05T08:42:25Z</dcterms:modified>
</cp:coreProperties>
</file>