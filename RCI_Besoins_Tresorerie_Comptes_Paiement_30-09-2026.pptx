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 à payer de S1 à S5, dont 5 115,2 M dès S1 ; 2 530,3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(10,6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5 115,2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73 %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6 045,8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-1 425,0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fin S5 – comptes de sociétés ; comptes dédiés +745,6 M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1 427,7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1 806,7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5 115,2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6 974,1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4 197,6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2 530,3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 gridSpan="9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(–) ou surplus (+) de trésorerie – soldes théoriques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-1 232,8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-1 144,6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-1 333,5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-1 360,6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-1 425,0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-580,3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+2 178,2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+2 426,7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262372"/>
            <a:ext cx="1124712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5 227,7 M. RIVIERA en déficit de 601,4 M dès S2 ; TERASSON en déficit de 501,3 M dès S1.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PICI 604,7 M, TERASSON 206,4 M, FINAFRICA 198,7 M, FIRST 175,3 M, RIVIERA 87,3 M, IMMONEUF 66,0 M ; excédents INFI SOFT 2,8 M.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: paiements exécutés 704,7 M (TGCC, HORECAF), dont 704,7 M imputés sur le besoin. 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STANBIC-PICI, puis SOCIETE GENERALE-PICI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-604,7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145,7 · impôts 17,1 · cotisations 3,6 · salaires 11,6 · encaissements −119,4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 836,7 · Travaux 686,7 · Honoraires 232,3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2 530,3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604,7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2 530,3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1 427,7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(10), tiré par tranche : 1 256,8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INFI SOFT 2,8 M. Ils couvriraient 0 %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1 102,6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100 %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5111496"/>
            <a:ext cx="5760720" cy="1197864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5394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(1 427,7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(248,9 M), dont SUD CONSTRUCTION – BCEAO (En attente … relance à effectuer).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5 100,4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5 969,5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1 509,2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-1 806,7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-308,1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-571,0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5 969,5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-5 100,4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1 509,2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1 509,2 M, dont PICI – ECO 336,4, TERASSON – BNI fonds projet 324,8, PICI – STB 238,1.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2026-10-07T17:11:47Z</dcterms:created>
  <dcterms:modified xsi:type="dcterms:W3CDTF">2026-10-07T17:11:47Z</dcterms:modified>
</cp:coreProperties>
</file>